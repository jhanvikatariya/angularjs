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sldIdLst>
    <p:sldId id="256" r:id="rId2"/>
    <p:sldId id="257" r:id="rId3"/>
    <p:sldId id="264" r:id="rId4"/>
    <p:sldId id="265" r:id="rId5"/>
    <p:sldId id="268" r:id="rId6"/>
    <p:sldId id="269" r:id="rId7"/>
    <p:sldId id="270" r:id="rId8"/>
    <p:sldId id="266" r:id="rId9"/>
    <p:sldId id="271" r:id="rId10"/>
    <p:sldId id="272" r:id="rId11"/>
    <p:sldId id="273" r:id="rId12"/>
    <p:sldId id="274" r:id="rId13"/>
    <p:sldId id="275" r:id="rId14"/>
    <p:sldId id="276" r:id="rId15"/>
    <p:sldId id="277"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7FC0833-DD3C-4365-8D0E-11F734AC3DD9}">
          <p14:sldIdLst>
            <p14:sldId id="256"/>
            <p14:sldId id="257"/>
            <p14:sldId id="264"/>
            <p14:sldId id="265"/>
            <p14:sldId id="268"/>
            <p14:sldId id="269"/>
            <p14:sldId id="270"/>
            <p14:sldId id="266"/>
          </p14:sldIdLst>
        </p14:section>
        <p14:section name="Untitled Section" id="{1E878ED9-7F4A-4481-84BA-AD929CD5063D}">
          <p14:sldIdLst>
            <p14:sldId id="271"/>
            <p14:sldId id="272"/>
            <p14:sldId id="273"/>
            <p14:sldId id="274"/>
            <p14:sldId id="275"/>
            <p14:sldId id="276"/>
            <p14:sldId id="27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p:cViewPr varScale="1">
        <p:scale>
          <a:sx n="70" d="100"/>
          <a:sy n="70" d="100"/>
        </p:scale>
        <p:origin x="-1386"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7E3AFFFE-4B26-4D0A-AC48-B83DB164FBE3}" type="datetimeFigureOut">
              <a:rPr lang="en-IN" smtClean="0"/>
              <a:t>19-05-2022</a:t>
            </a:fld>
            <a:endParaRPr lang="en-IN" dirty="0"/>
          </a:p>
        </p:txBody>
      </p:sp>
      <p:sp>
        <p:nvSpPr>
          <p:cNvPr id="17" name="Footer Placeholder 16"/>
          <p:cNvSpPr>
            <a:spLocks noGrp="1"/>
          </p:cNvSpPr>
          <p:nvPr>
            <p:ph type="ftr" sz="quarter" idx="11"/>
          </p:nvPr>
        </p:nvSpPr>
        <p:spPr>
          <a:xfrm>
            <a:off x="2898648" y="6355080"/>
            <a:ext cx="3474720" cy="365760"/>
          </a:xfrm>
        </p:spPr>
        <p:txBody>
          <a:bodyPr/>
          <a:lstStyle/>
          <a:p>
            <a:endParaRPr lang="en-IN" dirty="0"/>
          </a:p>
        </p:txBody>
      </p:sp>
      <p:sp>
        <p:nvSpPr>
          <p:cNvPr id="29" name="Slide Number Placeholder 28"/>
          <p:cNvSpPr>
            <a:spLocks noGrp="1"/>
          </p:cNvSpPr>
          <p:nvPr>
            <p:ph type="sldNum" sz="quarter" idx="12"/>
          </p:nvPr>
        </p:nvSpPr>
        <p:spPr>
          <a:xfrm>
            <a:off x="1216152" y="6355080"/>
            <a:ext cx="1219200" cy="365760"/>
          </a:xfrm>
        </p:spPr>
        <p:txBody>
          <a:bodyPr/>
          <a:lstStyle/>
          <a:p>
            <a:fld id="{BC7B50BA-EE54-465D-82B8-3BD5FC8482BD}" type="slidenum">
              <a:rPr lang="en-IN" smtClean="0"/>
              <a:t>‹#›</a:t>
            </a:fld>
            <a:endParaRPr lang="en-IN"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7E3AFFFE-4B26-4D0A-AC48-B83DB164FBE3}" type="datetimeFigureOut">
              <a:rPr lang="en-IN" smtClean="0"/>
              <a:t>19-05-2022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BC7B50BA-EE54-465D-82B8-3BD5FC8482BD}" type="slidenum">
              <a:rPr lang="en-IN" smtClean="0"/>
              <a:t>‹#›</a:t>
            </a:fld>
            <a:endParaRPr lang="en-IN"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7E3AFFFE-4B26-4D0A-AC48-B83DB164FBE3}" type="datetimeFigureOut">
              <a:rPr lang="en-IN" smtClean="0"/>
              <a:t>19-05-2022</a:t>
            </a:fld>
            <a:endParaRPr lang="en-IN" dirty="0"/>
          </a:p>
        </p:txBody>
      </p:sp>
      <p:sp>
        <p:nvSpPr>
          <p:cNvPr id="5" name="Footer Placeholder 4"/>
          <p:cNvSpPr>
            <a:spLocks noGrp="1"/>
          </p:cNvSpPr>
          <p:nvPr>
            <p:ph type="ftr" sz="quarter" idx="11"/>
          </p:nvPr>
        </p:nvSpPr>
        <p:spPr>
          <a:xfrm>
            <a:off x="2898648" y="6355080"/>
            <a:ext cx="3474720" cy="365760"/>
          </a:xfrm>
        </p:spPr>
        <p:txBody>
          <a:bodyPr/>
          <a:lstStyle/>
          <a:p>
            <a:endParaRPr lang="en-IN" dirty="0"/>
          </a:p>
        </p:txBody>
      </p:sp>
      <p:sp>
        <p:nvSpPr>
          <p:cNvPr id="6" name="Slide Number Placeholder 5"/>
          <p:cNvSpPr>
            <a:spLocks noGrp="1"/>
          </p:cNvSpPr>
          <p:nvPr>
            <p:ph type="sldNum" sz="quarter" idx="12"/>
          </p:nvPr>
        </p:nvSpPr>
        <p:spPr>
          <a:xfrm>
            <a:off x="1069848" y="6355080"/>
            <a:ext cx="1520952" cy="365760"/>
          </a:xfrm>
        </p:spPr>
        <p:txBody>
          <a:bodyPr/>
          <a:lstStyle/>
          <a:p>
            <a:fld id="{BC7B50BA-EE54-465D-82B8-3BD5FC8482BD}" type="slidenum">
              <a:rPr lang="en-IN" smtClean="0"/>
              <a:t>‹#›</a:t>
            </a:fld>
            <a:endParaRPr lang="en-IN"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7E3AFFFE-4B26-4D0A-AC48-B83DB164FBE3}" type="datetimeFigureOut">
              <a:rPr lang="en-IN" smtClean="0"/>
              <a:t>19-05-2022</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BC7B50BA-EE54-465D-82B8-3BD5FC8482BD}" type="slidenum">
              <a:rPr lang="en-IN" smtClean="0"/>
              <a:t>‹#›</a:t>
            </a:fld>
            <a:endParaRPr lang="en-IN" dirty="0"/>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7E3AFFFE-4B26-4D0A-AC48-B83DB164FBE3}" type="datetimeFigureOut">
              <a:rPr lang="en-IN" smtClean="0"/>
              <a:t>19-05-2022</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BC7B50BA-EE54-465D-82B8-3BD5FC8482BD}" type="slidenum">
              <a:rPr lang="en-IN" smtClean="0"/>
              <a:t>‹#›</a:t>
            </a:fld>
            <a:endParaRPr lang="en-IN" dirty="0"/>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7E3AFFFE-4B26-4D0A-AC48-B83DB164FBE3}" type="datetimeFigureOut">
              <a:rPr lang="en-IN" smtClean="0"/>
              <a:t>19-05-2022</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BC7B50BA-EE54-465D-82B8-3BD5FC8482BD}" type="slidenum">
              <a:rPr lang="en-IN" smtClean="0"/>
              <a:t>‹#›</a:t>
            </a:fld>
            <a:endParaRPr lang="en-IN"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3AFFFE-4B26-4D0A-AC48-B83DB164FBE3}" type="datetimeFigureOut">
              <a:rPr lang="en-IN" smtClean="0"/>
              <a:t>19-05-2022</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BC7B50BA-EE54-465D-82B8-3BD5FC8482BD}" type="slidenum">
              <a:rPr lang="en-IN" smtClean="0"/>
              <a:t>‹#›</a:t>
            </a:fld>
            <a:endParaRPr lang="en-IN" dirty="0"/>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7E3AFFFE-4B26-4D0A-AC48-B83DB164FBE3}" type="datetimeFigureOut">
              <a:rPr lang="en-IN" smtClean="0"/>
              <a:t>19-05-2022</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BC7B50BA-EE54-465D-82B8-3BD5FC8482BD}" type="slidenum">
              <a:rPr lang="en-IN" smtClean="0"/>
              <a:t>‹#›</a:t>
            </a:fld>
            <a:endParaRPr lang="en-IN"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7E3AFFFE-4B26-4D0A-AC48-B83DB164FBE3}" type="datetimeFigureOut">
              <a:rPr lang="en-IN" smtClean="0"/>
              <a:t>19-05-2022</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BC7B50BA-EE54-465D-82B8-3BD5FC8482BD}" type="slidenum">
              <a:rPr lang="en-IN" smtClean="0"/>
              <a:t>‹#›</a:t>
            </a:fld>
            <a:endParaRPr lang="en-IN"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E3AFFFE-4B26-4D0A-AC48-B83DB164FBE3}" type="datetimeFigureOut">
              <a:rPr lang="en-IN" smtClean="0"/>
              <a:t>19-05-2022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BC7B50BA-EE54-465D-82B8-3BD5FC8482BD}" type="slidenum">
              <a:rPr lang="en-IN" smtClean="0"/>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E3AFFFE-4B26-4D0A-AC48-B83DB164FBE3}" type="datetimeFigureOut">
              <a:rPr lang="en-IN" smtClean="0"/>
              <a:t>19-05-2022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BC7B50BA-EE54-465D-82B8-3BD5FC8482BD}" type="slidenum">
              <a:rPr lang="en-IN" smtClean="0"/>
              <a:t>‹#›</a:t>
            </a:fld>
            <a:endParaRPr lang="en-IN" dirty="0"/>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7E3AFFFE-4B26-4D0A-AC48-B83DB164FBE3}" type="datetimeFigureOut">
              <a:rPr lang="en-IN" smtClean="0"/>
              <a:t>19-05-2022</a:t>
            </a:fld>
            <a:endParaRPr lang="en-IN"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IN" dirty="0"/>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BC7B50BA-EE54-465D-82B8-3BD5FC8482BD}" type="slidenum">
              <a:rPr lang="en-IN" smtClean="0"/>
              <a:t>‹#›</a:t>
            </a:fld>
            <a:endParaRPr lang="en-IN"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localhost:4200/"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Angular </a:t>
            </a:r>
            <a:endParaRPr lang="en-IN" dirty="0"/>
          </a:p>
        </p:txBody>
      </p:sp>
      <p:sp>
        <p:nvSpPr>
          <p:cNvPr id="3" name="Subtitle 2"/>
          <p:cNvSpPr>
            <a:spLocks noGrp="1"/>
          </p:cNvSpPr>
          <p:nvPr>
            <p:ph type="subTitle" idx="1"/>
          </p:nvPr>
        </p:nvSpPr>
        <p:spPr/>
        <p:txBody>
          <a:bodyPr/>
          <a:lstStyle/>
          <a:p>
            <a:r>
              <a:rPr lang="en-US" dirty="0" smtClean="0"/>
              <a:t>Day -1</a:t>
            </a:r>
            <a:endParaRPr lang="en-IN" dirty="0"/>
          </a:p>
        </p:txBody>
      </p:sp>
    </p:spTree>
    <p:extLst>
      <p:ext uri="{BB962C8B-B14F-4D97-AF65-F5344CB8AC3E}">
        <p14:creationId xmlns:p14="http://schemas.microsoft.com/office/powerpoint/2010/main" val="17926640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Angular CLI</a:t>
            </a:r>
            <a:endParaRPr lang="en-IN" dirty="0"/>
          </a:p>
        </p:txBody>
      </p:sp>
      <p:sp>
        <p:nvSpPr>
          <p:cNvPr id="2" name="Content Placeholder 1"/>
          <p:cNvSpPr>
            <a:spLocks noGrp="1"/>
          </p:cNvSpPr>
          <p:nvPr>
            <p:ph sz="quarter" idx="1"/>
          </p:nvPr>
        </p:nvSpPr>
        <p:spPr>
          <a:xfrm>
            <a:off x="467544" y="1340768"/>
            <a:ext cx="8229600" cy="4937760"/>
          </a:xfrm>
        </p:spPr>
        <p:txBody>
          <a:bodyPr/>
          <a:lstStyle/>
          <a:p>
            <a:r>
              <a:rPr lang="en-US" dirty="0"/>
              <a:t>Install the CLI using the npm package </a:t>
            </a:r>
            <a:r>
              <a:rPr lang="en-US" dirty="0" smtClean="0"/>
              <a:t>manager:</a:t>
            </a:r>
          </a:p>
          <a:p>
            <a:pPr marL="0" indent="0">
              <a:buNone/>
            </a:pPr>
            <a:r>
              <a:rPr lang="en-US" b="1" dirty="0" smtClean="0">
                <a:solidFill>
                  <a:srgbClr val="FF0000"/>
                </a:solidFill>
              </a:rPr>
              <a:t>npm install </a:t>
            </a:r>
            <a:r>
              <a:rPr lang="en-US" b="1" dirty="0">
                <a:solidFill>
                  <a:srgbClr val="FF0000"/>
                </a:solidFill>
              </a:rPr>
              <a:t>-g @</a:t>
            </a:r>
            <a:r>
              <a:rPr lang="en-US" b="1" dirty="0" smtClean="0">
                <a:solidFill>
                  <a:srgbClr val="FF0000"/>
                </a:solidFill>
              </a:rPr>
              <a:t>angular/cli</a:t>
            </a:r>
          </a:p>
          <a:p>
            <a:r>
              <a:rPr lang="en-US" dirty="0" smtClean="0"/>
              <a:t>To create a new folder for Angular project, following command is to be executed: </a:t>
            </a:r>
            <a:r>
              <a:rPr lang="en-US" b="1" dirty="0" smtClean="0">
                <a:solidFill>
                  <a:srgbClr val="FF0000"/>
                </a:solidFill>
              </a:rPr>
              <a:t>ng new </a:t>
            </a:r>
            <a:r>
              <a:rPr lang="en-US" b="1" i="1" dirty="0" smtClean="0">
                <a:solidFill>
                  <a:srgbClr val="FF0000"/>
                </a:solidFill>
              </a:rPr>
              <a:t>the expected file name</a:t>
            </a:r>
          </a:p>
          <a:p>
            <a:r>
              <a:rPr lang="en-US" dirty="0" smtClean="0"/>
              <a:t>Thereafter add the path of the folder: </a:t>
            </a:r>
            <a:r>
              <a:rPr lang="en-US" b="1" dirty="0" smtClean="0">
                <a:solidFill>
                  <a:srgbClr val="FF0000"/>
                </a:solidFill>
              </a:rPr>
              <a:t>cd </a:t>
            </a:r>
            <a:r>
              <a:rPr lang="en-US" b="1" i="1" dirty="0" smtClean="0">
                <a:solidFill>
                  <a:srgbClr val="FF0000"/>
                </a:solidFill>
              </a:rPr>
              <a:t>file name</a:t>
            </a:r>
            <a:endParaRPr lang="en-US" b="1" dirty="0" smtClean="0">
              <a:solidFill>
                <a:srgbClr val="FF0000"/>
              </a:solidFill>
            </a:endParaRPr>
          </a:p>
          <a:p>
            <a:r>
              <a:rPr lang="en-US" dirty="0" smtClean="0"/>
              <a:t>To start the execution of the project on the web:</a:t>
            </a:r>
          </a:p>
          <a:p>
            <a:pPr marL="0" indent="0">
              <a:buNone/>
            </a:pPr>
            <a:r>
              <a:rPr lang="en-US" b="1" dirty="0" smtClean="0">
                <a:solidFill>
                  <a:srgbClr val="FF0000"/>
                </a:solidFill>
              </a:rPr>
              <a:t>ng serve</a:t>
            </a:r>
          </a:p>
          <a:p>
            <a:r>
              <a:rPr lang="en-US" dirty="0" smtClean="0"/>
              <a:t>On browser, open </a:t>
            </a:r>
            <a:r>
              <a:rPr lang="en-US" dirty="0" smtClean="0">
                <a:hlinkClick r:id="rId2"/>
              </a:rPr>
              <a:t>https://localhost:4200/</a:t>
            </a:r>
            <a:r>
              <a:rPr lang="en-US" dirty="0" smtClean="0"/>
              <a:t> to see the application running</a:t>
            </a:r>
            <a:endParaRPr lang="en-IN" dirty="0"/>
          </a:p>
        </p:txBody>
      </p:sp>
    </p:spTree>
    <p:extLst>
      <p:ext uri="{BB962C8B-B14F-4D97-AF65-F5344CB8AC3E}">
        <p14:creationId xmlns:p14="http://schemas.microsoft.com/office/powerpoint/2010/main" val="1106569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Debugging Angular Apps</a:t>
            </a:r>
            <a:endParaRPr lang="en-IN" dirty="0"/>
          </a:p>
        </p:txBody>
      </p:sp>
      <p:sp>
        <p:nvSpPr>
          <p:cNvPr id="3" name="Content Placeholder 2"/>
          <p:cNvSpPr>
            <a:spLocks noGrp="1"/>
          </p:cNvSpPr>
          <p:nvPr>
            <p:ph sz="quarter" idx="1"/>
          </p:nvPr>
        </p:nvSpPr>
        <p:spPr/>
        <p:txBody>
          <a:bodyPr/>
          <a:lstStyle/>
          <a:p>
            <a:r>
              <a:rPr lang="en-US" dirty="0" smtClean="0"/>
              <a:t>Steps required=</a:t>
            </a:r>
          </a:p>
          <a:p>
            <a:r>
              <a:rPr lang="en-US" dirty="0" smtClean="0"/>
              <a:t>Create an angular application</a:t>
            </a:r>
          </a:p>
          <a:p>
            <a:r>
              <a:rPr lang="en-US" dirty="0" smtClean="0"/>
              <a:t>Install “</a:t>
            </a:r>
            <a:r>
              <a:rPr lang="en-US" b="1" dirty="0" smtClean="0">
                <a:solidFill>
                  <a:srgbClr val="FF0000"/>
                </a:solidFill>
              </a:rPr>
              <a:t>Debugger for Chrome</a:t>
            </a:r>
            <a:r>
              <a:rPr lang="en-US" dirty="0" smtClean="0"/>
              <a:t>” extension from vs code extension</a:t>
            </a:r>
          </a:p>
          <a:p>
            <a:r>
              <a:rPr lang="en-US" dirty="0" smtClean="0"/>
              <a:t>Go to </a:t>
            </a:r>
            <a:r>
              <a:rPr lang="en-US" b="1" dirty="0" smtClean="0">
                <a:solidFill>
                  <a:srgbClr val="FF0000"/>
                </a:solidFill>
              </a:rPr>
              <a:t>run and debug</a:t>
            </a:r>
            <a:r>
              <a:rPr lang="en-US" dirty="0" smtClean="0"/>
              <a:t>, and click on the button if not yet agreed</a:t>
            </a:r>
          </a:p>
          <a:p>
            <a:r>
              <a:rPr lang="en-US" dirty="0" smtClean="0"/>
              <a:t>Select Chrome </a:t>
            </a:r>
          </a:p>
          <a:p>
            <a:r>
              <a:rPr lang="en-US" dirty="0" smtClean="0"/>
              <a:t>App will now run</a:t>
            </a:r>
            <a:endParaRPr lang="en-IN" dirty="0"/>
          </a:p>
        </p:txBody>
      </p:sp>
    </p:spTree>
    <p:extLst>
      <p:ext uri="{BB962C8B-B14F-4D97-AF65-F5344CB8AC3E}">
        <p14:creationId xmlns:p14="http://schemas.microsoft.com/office/powerpoint/2010/main" val="140327434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Anatomy of the project</a:t>
            </a:r>
            <a:endParaRPr lang="en-IN" dirty="0"/>
          </a:p>
        </p:txBody>
      </p:sp>
      <p:sp>
        <p:nvSpPr>
          <p:cNvPr id="3" name="Content Placeholder 2"/>
          <p:cNvSpPr>
            <a:spLocks noGrp="1"/>
          </p:cNvSpPr>
          <p:nvPr>
            <p:ph sz="quarter" idx="1"/>
          </p:nvPr>
        </p:nvSpPr>
        <p:spPr>
          <a:xfrm>
            <a:off x="457200" y="1219200"/>
            <a:ext cx="8229600" cy="5018112"/>
          </a:xfrm>
        </p:spPr>
        <p:txBody>
          <a:bodyPr>
            <a:normAutofit lnSpcReduction="10000"/>
          </a:bodyPr>
          <a:lstStyle/>
          <a:p>
            <a:r>
              <a:rPr lang="en-US" dirty="0" smtClean="0"/>
              <a:t>Package.json- When creating any project the first file been created is this. Filename, Script, Versions, Ng commands, dependencies, devDependencies. If you wish to add any external dependency in the project, you can add them into devDependencies.</a:t>
            </a:r>
          </a:p>
          <a:p>
            <a:r>
              <a:rPr lang="en-US" dirty="0" smtClean="0"/>
              <a:t>Node_modules- never to make any changes in this folder. It holds all the dependencies and devDependencies installed.</a:t>
            </a:r>
          </a:p>
          <a:p>
            <a:r>
              <a:rPr lang="en-US" dirty="0" smtClean="0"/>
              <a:t>Src folder- This is the folder in which 90% coding is been done.</a:t>
            </a:r>
          </a:p>
          <a:p>
            <a:r>
              <a:rPr lang="en-US" dirty="0" smtClean="0"/>
              <a:t>Environments- The environment setup for the testing and production time of the application is done using this folder.</a:t>
            </a:r>
            <a:endParaRPr lang="en-IN" dirty="0"/>
          </a:p>
        </p:txBody>
      </p:sp>
    </p:spTree>
    <p:extLst>
      <p:ext uri="{BB962C8B-B14F-4D97-AF65-F5344CB8AC3E}">
        <p14:creationId xmlns:p14="http://schemas.microsoft.com/office/powerpoint/2010/main" val="138355693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Anatomy of the project</a:t>
            </a:r>
            <a:endParaRPr lang="en-IN" dirty="0"/>
          </a:p>
        </p:txBody>
      </p:sp>
      <p:sp>
        <p:nvSpPr>
          <p:cNvPr id="3" name="Content Placeholder 2"/>
          <p:cNvSpPr>
            <a:spLocks noGrp="1"/>
          </p:cNvSpPr>
          <p:nvPr>
            <p:ph sz="quarter" idx="1"/>
          </p:nvPr>
        </p:nvSpPr>
        <p:spPr/>
        <p:txBody>
          <a:bodyPr/>
          <a:lstStyle/>
          <a:p>
            <a:r>
              <a:rPr lang="en-US" dirty="0" smtClean="0"/>
              <a:t>Assets- The important files of the user are been store in this folder in such way that it is visible publically. Eg: images, fonts, css, icons, html, etc.</a:t>
            </a:r>
          </a:p>
          <a:p>
            <a:r>
              <a:rPr lang="en-US" dirty="0" smtClean="0"/>
              <a:t>Index.html- This is the entry point of the application for html files. It is the first file that is loaded on the page.</a:t>
            </a:r>
          </a:p>
          <a:p>
            <a:r>
              <a:rPr lang="en-US" dirty="0" smtClean="0"/>
              <a:t>Main.ts- This is the first js file loaded on the web page. This file interacts the js files with index.html .</a:t>
            </a:r>
          </a:p>
          <a:p>
            <a:r>
              <a:rPr lang="en-US" dirty="0" smtClean="0"/>
              <a:t>Style.css- Any styling which is required to be done globally is done here.</a:t>
            </a:r>
          </a:p>
          <a:p>
            <a:r>
              <a:rPr lang="en-US" dirty="0" smtClean="0"/>
              <a:t>App.js- This is the root component. This provides angular by default. </a:t>
            </a:r>
            <a:endParaRPr lang="en-IN" dirty="0"/>
          </a:p>
        </p:txBody>
      </p:sp>
    </p:spTree>
    <p:extLst>
      <p:ext uri="{BB962C8B-B14F-4D97-AF65-F5344CB8AC3E}">
        <p14:creationId xmlns:p14="http://schemas.microsoft.com/office/powerpoint/2010/main" val="1130079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Anatomy of the project</a:t>
            </a:r>
            <a:endParaRPr lang="en-IN" dirty="0"/>
          </a:p>
        </p:txBody>
      </p:sp>
      <p:sp>
        <p:nvSpPr>
          <p:cNvPr id="3" name="Content Placeholder 2"/>
          <p:cNvSpPr>
            <a:spLocks noGrp="1"/>
          </p:cNvSpPr>
          <p:nvPr>
            <p:ph sz="quarter" idx="1"/>
          </p:nvPr>
        </p:nvSpPr>
        <p:spPr/>
        <p:txBody>
          <a:bodyPr/>
          <a:lstStyle/>
          <a:p>
            <a:r>
              <a:rPr lang="en-US" dirty="0" smtClean="0"/>
              <a:t>.Editorconfig- This manages the settings of the editor.</a:t>
            </a:r>
          </a:p>
          <a:p>
            <a:r>
              <a:rPr lang="en-US" dirty="0" smtClean="0"/>
              <a:t>Karma.config- This helps you in testing the application.</a:t>
            </a:r>
          </a:p>
          <a:p>
            <a:r>
              <a:rPr lang="en-US" dirty="0" smtClean="0"/>
              <a:t>Package.lock.json- It keeps the file directories of package.json</a:t>
            </a:r>
          </a:p>
          <a:p>
            <a:r>
              <a:rPr lang="en-US" dirty="0" smtClean="0"/>
              <a:t>Tslint- It provides the validation for where to use let, var, arrow function etc.</a:t>
            </a:r>
          </a:p>
          <a:p>
            <a:r>
              <a:rPr lang="en-US" dirty="0" smtClean="0"/>
              <a:t>Typescript files- The other ts files which are required for the angular projects.</a:t>
            </a:r>
          </a:p>
          <a:p>
            <a:r>
              <a:rPr lang="en-US" dirty="0" smtClean="0"/>
              <a:t>E2e- It is for end-to-end testing and integration.</a:t>
            </a:r>
            <a:endParaRPr lang="en-IN" dirty="0"/>
          </a:p>
        </p:txBody>
      </p:sp>
    </p:spTree>
    <p:extLst>
      <p:ext uri="{BB962C8B-B14F-4D97-AF65-F5344CB8AC3E}">
        <p14:creationId xmlns:p14="http://schemas.microsoft.com/office/powerpoint/2010/main" val="2994839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Basics of the Project</a:t>
            </a:r>
            <a:endParaRPr lang="en-IN" dirty="0"/>
          </a:p>
        </p:txBody>
      </p:sp>
      <p:sp>
        <p:nvSpPr>
          <p:cNvPr id="3" name="Content Placeholder 2"/>
          <p:cNvSpPr>
            <a:spLocks noGrp="1"/>
          </p:cNvSpPr>
          <p:nvPr>
            <p:ph sz="quarter" idx="1"/>
          </p:nvPr>
        </p:nvSpPr>
        <p:spPr/>
        <p:txBody>
          <a:bodyPr>
            <a:normAutofit/>
          </a:bodyPr>
          <a:lstStyle/>
          <a:p>
            <a:r>
              <a:rPr lang="en-US" dirty="0" smtClean="0"/>
              <a:t>The whole content on the browser is seen through the app.component.html. </a:t>
            </a:r>
          </a:p>
          <a:p>
            <a:r>
              <a:rPr lang="en-US" dirty="0" smtClean="0"/>
              <a:t>To create your own project, the app.component.html file has to be done empty first.</a:t>
            </a:r>
          </a:p>
          <a:p>
            <a:r>
              <a:rPr lang="en-US" dirty="0" smtClean="0"/>
              <a:t>With </a:t>
            </a:r>
            <a:r>
              <a:rPr lang="en-US" dirty="0"/>
              <a:t>variables, functions, object, array, etc.</a:t>
            </a:r>
          </a:p>
          <a:p>
            <a:r>
              <a:rPr lang="en-US" dirty="0"/>
              <a:t>In app.component.ts file the assignment of the variables, functions, objects, arrays, etc.</a:t>
            </a:r>
          </a:p>
          <a:p>
            <a:r>
              <a:rPr lang="en-US" dirty="0"/>
              <a:t>But no specification before variable as var or let is supported.</a:t>
            </a:r>
          </a:p>
          <a:p>
            <a:r>
              <a:rPr lang="en-US" dirty="0"/>
              <a:t>Same way, no function keyword before the function is used.</a:t>
            </a:r>
            <a:endParaRPr lang="en-IN" dirty="0"/>
          </a:p>
        </p:txBody>
      </p:sp>
    </p:spTree>
    <p:extLst>
      <p:ext uri="{BB962C8B-B14F-4D97-AF65-F5344CB8AC3E}">
        <p14:creationId xmlns:p14="http://schemas.microsoft.com/office/powerpoint/2010/main" val="3870693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Angular Interpolation</a:t>
            </a:r>
            <a:endParaRPr lang="en-IN" dirty="0"/>
          </a:p>
        </p:txBody>
      </p:sp>
      <p:sp>
        <p:nvSpPr>
          <p:cNvPr id="3" name="Content Placeholder 2"/>
          <p:cNvSpPr>
            <a:spLocks noGrp="1"/>
          </p:cNvSpPr>
          <p:nvPr>
            <p:ph sz="quarter" idx="1"/>
          </p:nvPr>
        </p:nvSpPr>
        <p:spPr/>
        <p:txBody>
          <a:bodyPr/>
          <a:lstStyle/>
          <a:p>
            <a:r>
              <a:rPr lang="en-US" dirty="0"/>
              <a:t>Then the codes written in the app.component.ts file to inherit in app.component.html file, the command name has to be written in {{}}.</a:t>
            </a:r>
            <a:endParaRPr lang="en-IN" dirty="0"/>
          </a:p>
        </p:txBody>
      </p:sp>
    </p:spTree>
    <p:extLst>
      <p:ext uri="{BB962C8B-B14F-4D97-AF65-F5344CB8AC3E}">
        <p14:creationId xmlns:p14="http://schemas.microsoft.com/office/powerpoint/2010/main" val="241061619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Angular Component</a:t>
            </a:r>
            <a:endParaRPr lang="en-IN" dirty="0"/>
          </a:p>
        </p:txBody>
      </p:sp>
      <p:sp>
        <p:nvSpPr>
          <p:cNvPr id="3" name="Content Placeholder 2"/>
          <p:cNvSpPr>
            <a:spLocks noGrp="1"/>
          </p:cNvSpPr>
          <p:nvPr>
            <p:ph sz="quarter" idx="1"/>
          </p:nvPr>
        </p:nvSpPr>
        <p:spPr/>
        <p:txBody>
          <a:bodyPr/>
          <a:lstStyle/>
          <a:p>
            <a:r>
              <a:rPr lang="en-US" dirty="0" smtClean="0"/>
              <a:t>Component are the classes which interact with the file .html files and then are displayed on the web browser.</a:t>
            </a:r>
          </a:p>
          <a:p>
            <a:r>
              <a:rPr lang="en-US" dirty="0" smtClean="0"/>
              <a:t>A component has 4 files</a:t>
            </a:r>
          </a:p>
          <a:p>
            <a:r>
              <a:rPr lang="en-US" dirty="0" smtClean="0"/>
              <a:t>The default component is app component</a:t>
            </a:r>
          </a:p>
          <a:p>
            <a:r>
              <a:rPr lang="en-US" dirty="0" smtClean="0"/>
              <a:t>To make a new component is more efficient to build using the terminal or command line.</a:t>
            </a:r>
          </a:p>
          <a:p>
            <a:r>
              <a:rPr lang="en-US" dirty="0" smtClean="0"/>
              <a:t>The command is </a:t>
            </a:r>
            <a:r>
              <a:rPr lang="en-US" b="1" dirty="0" smtClean="0">
                <a:solidFill>
                  <a:srgbClr val="FF0000"/>
                </a:solidFill>
              </a:rPr>
              <a:t>ng g c (the desired name of the component)</a:t>
            </a:r>
          </a:p>
          <a:p>
            <a:r>
              <a:rPr lang="en-US" dirty="0" smtClean="0"/>
              <a:t>The name of the component to add in the html file, it is to be written as </a:t>
            </a:r>
            <a:r>
              <a:rPr lang="en-US" b="1" dirty="0" smtClean="0">
                <a:solidFill>
                  <a:srgbClr val="FF0000"/>
                </a:solidFill>
              </a:rPr>
              <a:t>&lt;(the selector name of the ts file)&gt;</a:t>
            </a:r>
          </a:p>
          <a:p>
            <a:pPr marL="0" indent="0">
              <a:buNone/>
            </a:pPr>
            <a:endParaRPr lang="en-IN" dirty="0"/>
          </a:p>
        </p:txBody>
      </p:sp>
    </p:spTree>
    <p:extLst>
      <p:ext uri="{BB962C8B-B14F-4D97-AF65-F5344CB8AC3E}">
        <p14:creationId xmlns:p14="http://schemas.microsoft.com/office/powerpoint/2010/main" val="25858087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Angular Modules</a:t>
            </a:r>
            <a:endParaRPr lang="en-IN" dirty="0"/>
          </a:p>
        </p:txBody>
      </p:sp>
      <p:sp>
        <p:nvSpPr>
          <p:cNvPr id="3" name="Content Placeholder 2"/>
          <p:cNvSpPr>
            <a:spLocks noGrp="1"/>
          </p:cNvSpPr>
          <p:nvPr>
            <p:ph sz="quarter" idx="1"/>
          </p:nvPr>
        </p:nvSpPr>
        <p:spPr/>
        <p:txBody>
          <a:bodyPr/>
          <a:lstStyle/>
          <a:p>
            <a:endParaRPr lang="en-US" dirty="0" smtClean="0"/>
          </a:p>
          <a:p>
            <a:pPr marL="0" indent="0" algn="ctr">
              <a:buNone/>
            </a:pPr>
            <a:r>
              <a:rPr lang="en-US" dirty="0" smtClean="0"/>
              <a:t>Components</a:t>
            </a:r>
            <a:endParaRPr lang="en-IN" dirty="0"/>
          </a:p>
        </p:txBody>
      </p:sp>
      <p:sp>
        <p:nvSpPr>
          <p:cNvPr id="5" name="Rectangle 4"/>
          <p:cNvSpPr/>
          <p:nvPr/>
        </p:nvSpPr>
        <p:spPr>
          <a:xfrm>
            <a:off x="899592" y="2742418"/>
            <a:ext cx="7344816" cy="30963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p:cNvSpPr/>
          <p:nvPr/>
        </p:nvSpPr>
        <p:spPr>
          <a:xfrm>
            <a:off x="1367644" y="2924944"/>
            <a:ext cx="936104" cy="79208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7" name="Oval 6"/>
          <p:cNvSpPr/>
          <p:nvPr/>
        </p:nvSpPr>
        <p:spPr>
          <a:xfrm>
            <a:off x="3923928" y="2924944"/>
            <a:ext cx="914400" cy="914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8" name="Oval 7"/>
          <p:cNvSpPr/>
          <p:nvPr/>
        </p:nvSpPr>
        <p:spPr>
          <a:xfrm>
            <a:off x="6804248" y="2924944"/>
            <a:ext cx="1008112" cy="914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cxnSp>
        <p:nvCxnSpPr>
          <p:cNvPr id="10" name="Straight Arrow Connector 9"/>
          <p:cNvCxnSpPr/>
          <p:nvPr/>
        </p:nvCxnSpPr>
        <p:spPr>
          <a:xfrm flipV="1">
            <a:off x="1979712" y="2148352"/>
            <a:ext cx="1620180" cy="11881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flipV="1">
            <a:off x="4359030" y="2148352"/>
            <a:ext cx="19757" cy="129614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flipV="1">
            <a:off x="5521876" y="2117422"/>
            <a:ext cx="1440160" cy="11881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Rounded Rectangle 14"/>
          <p:cNvSpPr/>
          <p:nvPr/>
        </p:nvSpPr>
        <p:spPr>
          <a:xfrm>
            <a:off x="1547664" y="4365104"/>
            <a:ext cx="1008112" cy="1080120"/>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solidFill>
                  <a:schemeClr val="tx1"/>
                </a:solidFill>
              </a:rPr>
              <a:t>Service</a:t>
            </a:r>
            <a:endParaRPr lang="en-IN" dirty="0">
              <a:solidFill>
                <a:schemeClr val="tx1"/>
              </a:solidFill>
            </a:endParaRPr>
          </a:p>
        </p:txBody>
      </p:sp>
      <p:sp>
        <p:nvSpPr>
          <p:cNvPr id="16" name="Rounded Rectangle 15"/>
          <p:cNvSpPr/>
          <p:nvPr/>
        </p:nvSpPr>
        <p:spPr>
          <a:xfrm>
            <a:off x="3707904" y="4365104"/>
            <a:ext cx="1130424" cy="936104"/>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tx1"/>
                </a:solidFill>
              </a:rPr>
              <a:t>Directive</a:t>
            </a:r>
            <a:endParaRPr lang="en-IN" dirty="0">
              <a:solidFill>
                <a:schemeClr val="tx1"/>
              </a:solidFill>
            </a:endParaRPr>
          </a:p>
        </p:txBody>
      </p:sp>
      <p:sp>
        <p:nvSpPr>
          <p:cNvPr id="17" name="Rounded Rectangle 16"/>
          <p:cNvSpPr/>
          <p:nvPr/>
        </p:nvSpPr>
        <p:spPr>
          <a:xfrm>
            <a:off x="6804248" y="4290590"/>
            <a:ext cx="936104" cy="101061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solidFill>
                  <a:schemeClr val="tx1"/>
                </a:solidFill>
              </a:rPr>
              <a:t>P</a:t>
            </a:r>
            <a:r>
              <a:rPr lang="en-US" dirty="0" smtClean="0">
                <a:solidFill>
                  <a:schemeClr val="tx1"/>
                </a:solidFill>
              </a:rPr>
              <a:t>ipes</a:t>
            </a:r>
            <a:endParaRPr lang="en-IN" dirty="0">
              <a:solidFill>
                <a:schemeClr val="tx1"/>
              </a:solidFill>
            </a:endParaRPr>
          </a:p>
        </p:txBody>
      </p:sp>
    </p:spTree>
    <p:extLst>
      <p:ext uri="{BB962C8B-B14F-4D97-AF65-F5344CB8AC3E}">
        <p14:creationId xmlns:p14="http://schemas.microsoft.com/office/powerpoint/2010/main" val="12587673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Angular Module</a:t>
            </a:r>
            <a:endParaRPr lang="en-IN" dirty="0"/>
          </a:p>
        </p:txBody>
      </p:sp>
      <p:sp>
        <p:nvSpPr>
          <p:cNvPr id="3" name="Content Placeholder 2"/>
          <p:cNvSpPr>
            <a:spLocks noGrp="1"/>
          </p:cNvSpPr>
          <p:nvPr>
            <p:ph sz="quarter" idx="1"/>
          </p:nvPr>
        </p:nvSpPr>
        <p:spPr>
          <a:xfrm>
            <a:off x="457200" y="1219200"/>
            <a:ext cx="8229600" cy="5018112"/>
          </a:xfrm>
        </p:spPr>
        <p:txBody>
          <a:bodyPr>
            <a:normAutofit fontScale="92500"/>
          </a:bodyPr>
          <a:lstStyle/>
          <a:p>
            <a:r>
              <a:rPr lang="en-US" dirty="0" smtClean="0"/>
              <a:t>It is the combination of the components, directives, pipes, and service.</a:t>
            </a:r>
          </a:p>
          <a:p>
            <a:r>
              <a:rPr lang="en-US" dirty="0" smtClean="0"/>
              <a:t>Many components can be added to the  module.</a:t>
            </a:r>
          </a:p>
          <a:p>
            <a:r>
              <a:rPr lang="en-US" dirty="0" smtClean="0"/>
              <a:t>The command to create a new module is </a:t>
            </a:r>
            <a:r>
              <a:rPr lang="en-US" b="1" dirty="0" smtClean="0">
                <a:solidFill>
                  <a:srgbClr val="FF0000"/>
                </a:solidFill>
              </a:rPr>
              <a:t>ng g m (desired name of the module)</a:t>
            </a:r>
          </a:p>
          <a:p>
            <a:r>
              <a:rPr lang="en-US" dirty="0" smtClean="0"/>
              <a:t>To add the components in the created module:- </a:t>
            </a:r>
            <a:r>
              <a:rPr lang="en-US" b="1" dirty="0" smtClean="0">
                <a:solidFill>
                  <a:srgbClr val="FF0000"/>
                </a:solidFill>
              </a:rPr>
              <a:t>ng g c (the module name)/(the component name)</a:t>
            </a:r>
          </a:p>
          <a:p>
            <a:r>
              <a:rPr lang="en-US" dirty="0" smtClean="0"/>
              <a:t>First the component is to be exported from the module and then it can be imported in the app module by specifying the import path and add the component name in the imports.</a:t>
            </a:r>
          </a:p>
          <a:p>
            <a:r>
              <a:rPr lang="en-US" dirty="0" smtClean="0"/>
              <a:t>For further use it can be then used in app.component.html file.</a:t>
            </a:r>
          </a:p>
          <a:p>
            <a:endParaRPr lang="en-US" dirty="0" smtClean="0"/>
          </a:p>
          <a:p>
            <a:endParaRPr lang="en-IN" dirty="0"/>
          </a:p>
        </p:txBody>
      </p:sp>
    </p:spTree>
    <p:extLst>
      <p:ext uri="{BB962C8B-B14F-4D97-AF65-F5344CB8AC3E}">
        <p14:creationId xmlns:p14="http://schemas.microsoft.com/office/powerpoint/2010/main" val="2106335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call a function in angular?</a:t>
            </a:r>
            <a:endParaRPr lang="en-IN" dirty="0"/>
          </a:p>
        </p:txBody>
      </p:sp>
      <p:sp>
        <p:nvSpPr>
          <p:cNvPr id="3" name="Content Placeholder 2"/>
          <p:cNvSpPr>
            <a:spLocks noGrp="1"/>
          </p:cNvSpPr>
          <p:nvPr>
            <p:ph sz="quarter" idx="1"/>
          </p:nvPr>
        </p:nvSpPr>
        <p:spPr/>
        <p:txBody>
          <a:bodyPr/>
          <a:lstStyle/>
          <a:p>
            <a:r>
              <a:rPr lang="en-US" dirty="0" smtClean="0"/>
              <a:t>Step 1: Define a function in the app.component.ts file</a:t>
            </a:r>
          </a:p>
          <a:p>
            <a:r>
              <a:rPr lang="en-US" dirty="0" smtClean="0"/>
              <a:t>Step 2: In the app.component.html file create a button</a:t>
            </a:r>
          </a:p>
          <a:p>
            <a:r>
              <a:rPr lang="en-US" dirty="0" smtClean="0"/>
              <a:t>Step 3:  After the button created, to </a:t>
            </a:r>
            <a:r>
              <a:rPr lang="en-US" dirty="0" err="1" smtClean="0"/>
              <a:t>perforn</a:t>
            </a:r>
            <a:r>
              <a:rPr lang="en-US" dirty="0" smtClean="0"/>
              <a:t> the function on the button click, command :</a:t>
            </a:r>
          </a:p>
          <a:p>
            <a:pPr marL="0" indent="0">
              <a:buNone/>
            </a:pPr>
            <a:r>
              <a:rPr lang="en-US" b="1" dirty="0" smtClean="0">
                <a:solidFill>
                  <a:srgbClr val="FF0000"/>
                </a:solidFill>
              </a:rPr>
              <a:t>&lt;button (click)=“the function name”&gt;</a:t>
            </a:r>
            <a:r>
              <a:rPr lang="en-US" b="1" dirty="0">
                <a:solidFill>
                  <a:srgbClr val="FF0000"/>
                </a:solidFill>
              </a:rPr>
              <a:t> </a:t>
            </a:r>
            <a:r>
              <a:rPr lang="en-US" b="1" dirty="0" smtClean="0">
                <a:solidFill>
                  <a:srgbClr val="FF0000"/>
                </a:solidFill>
              </a:rPr>
              <a:t>Button name &lt;button&gt;</a:t>
            </a:r>
          </a:p>
          <a:p>
            <a:r>
              <a:rPr lang="en-US" dirty="0" smtClean="0"/>
              <a:t>Step 4: The button will be having the functionality of calling the function</a:t>
            </a:r>
            <a:endParaRPr lang="en-IN" dirty="0"/>
          </a:p>
        </p:txBody>
      </p:sp>
    </p:spTree>
    <p:extLst>
      <p:ext uri="{BB962C8B-B14F-4D97-AF65-F5344CB8AC3E}">
        <p14:creationId xmlns:p14="http://schemas.microsoft.com/office/powerpoint/2010/main" val="1812923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Events used in Angular</a:t>
            </a:r>
            <a:endParaRPr lang="en-IN" dirty="0"/>
          </a:p>
        </p:txBody>
      </p:sp>
      <p:sp>
        <p:nvSpPr>
          <p:cNvPr id="3" name="Content Placeholder 2"/>
          <p:cNvSpPr>
            <a:spLocks noGrp="1"/>
          </p:cNvSpPr>
          <p:nvPr>
            <p:ph sz="quarter" idx="1"/>
          </p:nvPr>
        </p:nvSpPr>
        <p:spPr/>
        <p:txBody>
          <a:bodyPr/>
          <a:lstStyle/>
          <a:p>
            <a:r>
              <a:rPr lang="en-US" dirty="0" smtClean="0"/>
              <a:t>Click</a:t>
            </a:r>
          </a:p>
          <a:p>
            <a:r>
              <a:rPr lang="en-US" dirty="0" smtClean="0"/>
              <a:t>Key up</a:t>
            </a:r>
          </a:p>
          <a:p>
            <a:r>
              <a:rPr lang="en-US" dirty="0" smtClean="0"/>
              <a:t>Key up with enter and space</a:t>
            </a:r>
          </a:p>
          <a:p>
            <a:r>
              <a:rPr lang="en-US" dirty="0" smtClean="0"/>
              <a:t>Keydown </a:t>
            </a:r>
          </a:p>
          <a:p>
            <a:r>
              <a:rPr lang="en-US" dirty="0" smtClean="0"/>
              <a:t>Blur</a:t>
            </a:r>
          </a:p>
          <a:p>
            <a:r>
              <a:rPr lang="en-US" dirty="0" smtClean="0"/>
              <a:t>Mouseover and mouseleave</a:t>
            </a:r>
          </a:p>
          <a:p>
            <a:r>
              <a:rPr lang="en-US" dirty="0" smtClean="0"/>
              <a:t>Get values on textbox</a:t>
            </a:r>
            <a:endParaRPr lang="en-IN" dirty="0"/>
          </a:p>
        </p:txBody>
      </p:sp>
    </p:spTree>
    <p:extLst>
      <p:ext uri="{BB962C8B-B14F-4D97-AF65-F5344CB8AC3E}">
        <p14:creationId xmlns:p14="http://schemas.microsoft.com/office/powerpoint/2010/main" val="22745380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Get textbox values</a:t>
            </a:r>
            <a:endParaRPr lang="en-IN" dirty="0"/>
          </a:p>
        </p:txBody>
      </p:sp>
      <p:sp>
        <p:nvSpPr>
          <p:cNvPr id="3" name="Content Placeholder 2"/>
          <p:cNvSpPr>
            <a:spLocks noGrp="1"/>
          </p:cNvSpPr>
          <p:nvPr>
            <p:ph sz="quarter" idx="1"/>
          </p:nvPr>
        </p:nvSpPr>
        <p:spPr/>
        <p:txBody>
          <a:bodyPr>
            <a:normAutofit/>
          </a:bodyPr>
          <a:lstStyle/>
          <a:p>
            <a:pPr marL="0" indent="0">
              <a:buNone/>
            </a:pPr>
            <a:r>
              <a:rPr lang="en-US" dirty="0" smtClean="0"/>
              <a:t>					</a:t>
            </a:r>
          </a:p>
          <a:p>
            <a:pPr marL="0" indent="0">
              <a:buNone/>
            </a:pPr>
            <a:endParaRPr lang="en-US" dirty="0"/>
          </a:p>
          <a:p>
            <a:pPr marL="0" indent="0">
              <a:buNone/>
            </a:pPr>
            <a:r>
              <a:rPr lang="en-US" dirty="0" smtClean="0"/>
              <a:t>					App.component.ts</a:t>
            </a:r>
          </a:p>
          <a:p>
            <a:pPr marL="0" indent="0">
              <a:buNone/>
            </a:pPr>
            <a:endParaRPr lang="en-US" dirty="0"/>
          </a:p>
          <a:p>
            <a:pPr marL="0" indent="0">
              <a:buNone/>
            </a:pPr>
            <a:endParaRPr lang="en-US" dirty="0" smtClean="0"/>
          </a:p>
          <a:p>
            <a:pPr marL="0" indent="0">
              <a:buNone/>
            </a:pPr>
            <a:endParaRPr lang="en-US" dirty="0" smtClean="0"/>
          </a:p>
          <a:p>
            <a:pPr marL="0" indent="0">
              <a:buNone/>
            </a:pPr>
            <a:endParaRPr lang="en-US" dirty="0"/>
          </a:p>
          <a:p>
            <a:pPr marL="0" indent="0">
              <a:buNone/>
            </a:pPr>
            <a:endParaRPr lang="en-US" dirty="0"/>
          </a:p>
          <a:p>
            <a:pPr marL="0" indent="0">
              <a:buNone/>
            </a:pPr>
            <a:endParaRPr lang="en-US" dirty="0" smtClean="0"/>
          </a:p>
          <a:p>
            <a:pPr marL="0" indent="0">
              <a:buNone/>
            </a:pPr>
            <a:r>
              <a:rPr lang="en-US" dirty="0" smtClean="0"/>
              <a:t>	App.component.html</a:t>
            </a:r>
            <a:endParaRPr lang="en-IN"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2412" t="27500" r="46856" b="41701"/>
          <a:stretch/>
        </p:blipFill>
        <p:spPr bwMode="auto">
          <a:xfrm>
            <a:off x="899592" y="1249002"/>
            <a:ext cx="3888432" cy="2396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32483" t="14879" r="25141" b="70196"/>
          <a:stretch/>
        </p:blipFill>
        <p:spPr bwMode="auto">
          <a:xfrm>
            <a:off x="899592" y="3789040"/>
            <a:ext cx="5976664" cy="1656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51816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Property Binding</a:t>
            </a:r>
            <a:endParaRPr lang="en-IN" dirty="0"/>
          </a:p>
        </p:txBody>
      </p:sp>
      <p:sp>
        <p:nvSpPr>
          <p:cNvPr id="3" name="Content Placeholder 2"/>
          <p:cNvSpPr>
            <a:spLocks noGrp="1"/>
          </p:cNvSpPr>
          <p:nvPr>
            <p:ph sz="quarter" idx="1"/>
          </p:nvPr>
        </p:nvSpPr>
        <p:spPr/>
        <p:txBody>
          <a:bodyPr/>
          <a:lstStyle/>
          <a:p>
            <a:r>
              <a:rPr lang="en-US" dirty="0" smtClean="0"/>
              <a:t>The property binding is some what similar to the interpolation.</a:t>
            </a:r>
          </a:p>
          <a:p>
            <a:r>
              <a:rPr lang="en-US" dirty="0" smtClean="0"/>
              <a:t>The property of ts file to use in html file [ ] for the attribute is used.</a:t>
            </a:r>
          </a:p>
          <a:p>
            <a:pPr marL="0" indent="0">
              <a:buNone/>
            </a:pPr>
            <a:endParaRPr lang="en-IN" dirty="0"/>
          </a:p>
        </p:txBody>
      </p:sp>
    </p:spTree>
    <p:extLst>
      <p:ext uri="{BB962C8B-B14F-4D97-AF65-F5344CB8AC3E}">
        <p14:creationId xmlns:p14="http://schemas.microsoft.com/office/powerpoint/2010/main" val="293599173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4556</TotalTime>
  <Words>789</Words>
  <Application>Microsoft Office PowerPoint</Application>
  <PresentationFormat>On-screen Show (4:3)</PresentationFormat>
  <Paragraphs>92</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Origin</vt:lpstr>
      <vt:lpstr>Angular </vt:lpstr>
      <vt:lpstr>Angular CLI</vt:lpstr>
      <vt:lpstr>Debugging Angular Apps</vt:lpstr>
      <vt:lpstr>Anatomy of the project</vt:lpstr>
      <vt:lpstr>Anatomy of the project</vt:lpstr>
      <vt:lpstr>Anatomy of the project</vt:lpstr>
      <vt:lpstr>Basics of the Project</vt:lpstr>
      <vt:lpstr>Angular Interpolation</vt:lpstr>
      <vt:lpstr>Angular Component</vt:lpstr>
      <vt:lpstr>Angular Modules</vt:lpstr>
      <vt:lpstr>Angular Module</vt:lpstr>
      <vt:lpstr>How to call a function in angular?</vt:lpstr>
      <vt:lpstr>Events used in Angular</vt:lpstr>
      <vt:lpstr>Get textbox values</vt:lpstr>
      <vt:lpstr>Property Binding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Angular</dc:title>
  <dc:creator>sony</dc:creator>
  <cp:lastModifiedBy>sony</cp:lastModifiedBy>
  <cp:revision>37</cp:revision>
  <dcterms:created xsi:type="dcterms:W3CDTF">2022-05-07T08:43:19Z</dcterms:created>
  <dcterms:modified xsi:type="dcterms:W3CDTF">2022-05-19T10:41:48Z</dcterms:modified>
</cp:coreProperties>
</file>